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Wards</c:v>
                  </c:pt>
                  <c:pt idx="1">
                    <c:v>Facilities</c:v>
                  </c:pt>
                  <c:pt idx="2">
                    <c:v>Staff</c:v>
                  </c:pt>
                  <c:pt idx="3">
                    <c:v>Inventory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Pune Municipal Ward &amp; Healthcare Facility Management Database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MySQL-based relational database for Pune municipal wards and healthcare facilities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F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Wards, Facilities, Staff and Inventory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2507B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54680" y="29260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2507B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 are hard to maintain and retrieve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inventory are hard to track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time-consuming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337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centralized and structured database for healthcare facility management.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5486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71323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85039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035040" y="1389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06640" y="5486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0" y="71323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8503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06640" y="1389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035040" y="19202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208483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22199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2761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406640" y="19202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0" y="2084832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22199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6640" y="2761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035040" y="3383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661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675120" y="3383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0312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1031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17320"/>
            <a:ext cx="1920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Ward_No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City_Name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468880" cy="15910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51560"/>
            <a:ext cx="2468880" cy="292608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417320"/>
            <a:ext cx="22860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Ward_No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Facility_Type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10312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21031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337560"/>
            <a:ext cx="24688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337560"/>
            <a:ext cx="2468880" cy="29260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3703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Item_Name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1463040"/>
            <a:ext cx="64008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1188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642616"/>
            <a:ext cx="0" cy="69494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642616"/>
            <a:ext cx="0" cy="28346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2926080"/>
            <a:ext cx="20574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2926080"/>
            <a:ext cx="0" cy="41148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188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   </a:t>
            </a:r>
            <a:pPr indent="0" marL="0">
              <a:buNone/>
            </a:pPr>
            <a:r>
              <a:rPr lang="en-US" sz="1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0515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143000"/>
          <a:ext cx="2468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035040" y="25603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31" name="Chart 0" descr=""/>
          <p:cNvGraphicFramePr/>
          <p:nvPr/>
        </p:nvGraphicFramePr>
        <p:xfrm>
          <a:off x="6080760" y="2606040"/>
          <a:ext cx="25603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603504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design (TAE 1): </a:t>
            </a:r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redundancy, consistent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&amp; JOIN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0" y="429768"/>
            <a:ext cx="1005840" cy="329184"/>
          </a:xfrm>
          <a:prstGeom prst="roundRect">
            <a:avLst>
              <a:gd name="adj" fmla="val 27778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0" y="429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0" y="429768"/>
            <a:ext cx="1005840" cy="329184"/>
          </a:xfrm>
          <a:prstGeom prst="roundRect">
            <a:avLst>
              <a:gd name="adj" fmla="val 27778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429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0" y="429768"/>
            <a:ext cx="1005840" cy="329184"/>
          </a:xfrm>
          <a:prstGeom prst="roundRect">
            <a:avLst>
              <a:gd name="adj" fmla="val 27778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429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 + Wards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matching facility and ward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Wards + Facilities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all wards and matching facilities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 + Wards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all wards with matching facilities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OUTER JOIN (equivalent)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 + RIGHT JOIN + 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has no direct FULL OUTER JOIN; UNION gives the same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4-TABLE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Wards + Facilities + Staff +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complete facility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127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346704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34015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f.Hospital_Name, w.Ward_Name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Facilities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Wards 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f.Ward_No = w.Ward_No;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127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346704"/>
          <a:ext cx="4114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Deenanath Mangeshkar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Aundh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 Hall Clinic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Koregaon 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15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JOIN connects Facilities with Wards using Ward_No and displays the hospital along with its ward.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Using SQL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384048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960120"/>
            <a:ext cx="2560320" cy="384048"/>
          </a:xfrm>
          <a:prstGeom prst="rightArrow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960120"/>
            <a:ext cx="2560320" cy="384048"/>
          </a:xfrm>
          <a:prstGeom prst="rightArrow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01368"/>
          <a:ext cx="2560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916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facilities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3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AVG()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3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337560" y="14630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828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groups facilities by ward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grouped results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wards with more than one facility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14630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12648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values from the current outer query row, such as comparing a facility's inventory with the average inventory of its own ward.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DEMO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493008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3547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Ward_No, COUNT(*) AS Total_Facilities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Ward_No;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493008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</a:tblGrid>
              <a:tr h="2103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Ward_No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Total_Facilities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10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counts the facilities and GROUP BY gives the facility count separately for each ward.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Views, Stored Procedure &amp; Trigger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9601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024128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10185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024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3898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Ward_Facility_Summary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and total facility information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Inventory_Status_Summary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status and quantity summary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73168" y="1024128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110185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024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13898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UpdateInventoryQuantity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inventory quantity using Item ID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395728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6928" y="245059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23744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2450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</a:t>
            </a:r>
            <a:pPr indent="0" marL="0">
              <a:buNone/>
            </a:pPr>
            <a:r>
              <a:rPr lang="en-US" sz="11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trg_update_inventory_status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= 0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737360" y="2962656"/>
            <a:ext cx="228600" cy="20116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01168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01168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33756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33756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&lt; 20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434840" y="2962656"/>
            <a:ext cx="228600" cy="20116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0916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0916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03504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03504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&gt;= 20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132320" y="2962656"/>
            <a:ext cx="228600" cy="20116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06640" y="288036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406640" y="2880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45720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DEMO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730752"/>
            <a:ext cx="3931920" cy="1161288"/>
          </a:xfrm>
          <a:prstGeom prst="roundRect">
            <a:avLst>
              <a:gd name="adj" fmla="val 4724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66928" y="3785616"/>
            <a:ext cx="3749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Inventory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Quantity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Item_ID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Item_ID, Quantity,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Inventory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Item_ID = 1;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457200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730752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31"/>
          <p:cNvSpPr txBox="1"/>
          <p:nvPr/>
        </p:nvSpPr>
        <p:spPr>
          <a:xfrm>
            <a:off x="457200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10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quantity becomes less than 20, the trigger automatically changes the status to Low Stock.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&amp; Query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0592" y="1426464"/>
            <a:ext cx="256032" cy="20116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371600"/>
            <a:ext cx="1508760" cy="310896"/>
          </a:xfrm>
          <a:prstGeom prst="roundRect">
            <a:avLst>
              <a:gd name="adj" fmla="val 29412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3716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709928"/>
            <a:ext cx="256032" cy="201168"/>
          </a:xfrm>
          <a:prstGeom prst="down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965960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74520" y="1965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Save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1143000" cy="310896"/>
          </a:xfrm>
          <a:prstGeom prst="roundRect">
            <a:avLst>
              <a:gd name="adj" fmla="val 2941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1965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Cancel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276148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Inventory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Quantity = Quantity + 10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Item_ID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10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cancels the transaction, so the temporary change is not saved. COMMIT would save it permanently.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4632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2984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idx_facility_hospital_name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idx_inventory_quantity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984248"/>
            <a:ext cx="4023360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46320" y="2057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34086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Hospital_Name = 'Ruby Hall Clinic';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F8E1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Index → Table Scan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320040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DD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Index → Index can be used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813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05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shows the query execution plan. An index on Hospital_Name can help MySQL find matching records more efficiently.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EXPLAIN → Index → EXPLAIN again → Compare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10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109728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39696" y="116128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1810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09728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22192" y="116128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1810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04688" y="109728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04688" y="116128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1810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87184" y="1097280"/>
            <a:ext cx="15361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87184" y="116128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1810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records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70048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68680" y="25146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JOIN operations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542032" y="2514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67004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953512" y="25146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analysis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26864" y="2514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67004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38344" y="25146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subqueries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711696" y="2514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67004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23176" y="25146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database views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3172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2841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8680" y="3172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2542032" y="3172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328416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953512" y="3172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4626864" y="3172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32841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038344" y="3172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6711696" y="3172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5E4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3328416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123176" y="3172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+ EXPLAIN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project successfully demonstrates practical implementation of DBMS concepts using MySQL."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MySQL database for managing Pune municipal wards and healthcare facilities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Wards, Facilities, Staff and Inventory; supports SQL querying and analysis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concepts: JOINs, subqueries, views, stored procedures, triggers, transactions and indexes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20640" y="150876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5087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healthcare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150876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15087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facility 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130552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1305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monitoring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130552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21305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752344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27523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752344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275234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374136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33741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374136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12507B"/>
          </a:solidFill>
          <a:ln w="12700">
            <a:solidFill>
              <a:srgbClr val="1F6E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33741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Pune Municipal Ward &amp; Healthcare Facility Management Database</dc:title>
  <dc:subject>PptxGenJS Presentation</dc:subject>
  <dc:creator>PptxGenJS</dc:creator>
  <cp:lastModifiedBy>PptxGenJS</cp:lastModifiedBy>
  <cp:revision>1</cp:revision>
  <dcterms:created xsi:type="dcterms:W3CDTF">2026-09-23T16:48:28Z</dcterms:created>
  <dcterms:modified xsi:type="dcterms:W3CDTF">2026-09-23T16:48:28Z</dcterms:modified>
</cp:coreProperties>
</file>